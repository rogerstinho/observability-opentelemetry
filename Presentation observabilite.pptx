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9000" r:id="rId2"/>
    <p:sldId id="9002" r:id="rId3"/>
    <p:sldId id="9003" r:id="rId4"/>
    <p:sldId id="9007" r:id="rId5"/>
    <p:sldId id="9004" r:id="rId6"/>
    <p:sldId id="9005" r:id="rId7"/>
    <p:sldId id="900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3BB6F-E0BE-4791-BD46-4ED47F708D86}" v="10" dt="2025-04-22T06:08:51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9" autoAdjust="0"/>
  </p:normalViewPr>
  <p:slideViewPr>
    <p:cSldViewPr snapToGrid="0">
      <p:cViewPr varScale="1">
        <p:scale>
          <a:sx n="67" d="100"/>
          <a:sy n="67" d="100"/>
        </p:scale>
        <p:origin x="62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fionou, Roger Koffi Dodji" userId="0ecd9a8d-c20d-47c6-bcf8-483eb6bbf927" providerId="ADAL" clId="{7143BB6F-E0BE-4791-BD46-4ED47F708D86}"/>
    <pc:docChg chg="undo custSel addSld delSld modSld sldOrd">
      <pc:chgData name="Koufionou, Roger Koffi Dodji" userId="0ecd9a8d-c20d-47c6-bcf8-483eb6bbf927" providerId="ADAL" clId="{7143BB6F-E0BE-4791-BD46-4ED47F708D86}" dt="2025-04-22T06:08:51.368" v="333"/>
      <pc:docMkLst>
        <pc:docMk/>
      </pc:docMkLst>
      <pc:sldChg chg="del">
        <pc:chgData name="Koufionou, Roger Koffi Dodji" userId="0ecd9a8d-c20d-47c6-bcf8-483eb6bbf927" providerId="ADAL" clId="{7143BB6F-E0BE-4791-BD46-4ED47F708D86}" dt="2025-04-18T13:07:04.702" v="2" actId="47"/>
        <pc:sldMkLst>
          <pc:docMk/>
          <pc:sldMk cId="2669205560" sldId="8995"/>
        </pc:sldMkLst>
      </pc:sldChg>
      <pc:sldChg chg="addSp delSp modSp mod setBg modAnim">
        <pc:chgData name="Koufionou, Roger Koffi Dodji" userId="0ecd9a8d-c20d-47c6-bcf8-483eb6bbf927" providerId="ADAL" clId="{7143BB6F-E0BE-4791-BD46-4ED47F708D86}" dt="2025-04-22T06:08:51.368" v="333"/>
        <pc:sldMkLst>
          <pc:docMk/>
          <pc:sldMk cId="1166453541" sldId="9000"/>
        </pc:sldMkLst>
        <pc:spChg chg="mod ord">
          <ac:chgData name="Koufionou, Roger Koffi Dodji" userId="0ecd9a8d-c20d-47c6-bcf8-483eb6bbf927" providerId="ADAL" clId="{7143BB6F-E0BE-4791-BD46-4ED47F708D86}" dt="2025-04-18T13:25:26.391" v="224" actId="26606"/>
          <ac:spMkLst>
            <pc:docMk/>
            <pc:sldMk cId="1166453541" sldId="9000"/>
            <ac:spMk id="3" creationId="{21F0284C-E6FE-4362-A6FD-977837C32E0E}"/>
          </ac:spMkLst>
        </pc:spChg>
        <pc:spChg chg="mod">
          <ac:chgData name="Koufionou, Roger Koffi Dodji" userId="0ecd9a8d-c20d-47c6-bcf8-483eb6bbf927" providerId="ADAL" clId="{7143BB6F-E0BE-4791-BD46-4ED47F708D86}" dt="2025-04-18T13:36:56.756" v="304" actId="26606"/>
          <ac:spMkLst>
            <pc:docMk/>
            <pc:sldMk cId="1166453541" sldId="9000"/>
            <ac:spMk id="5" creationId="{5E6E03B7-F742-4773-8982-A1E502DAB9DD}"/>
          </ac:spMkLst>
        </pc:spChg>
        <pc:spChg chg="add">
          <ac:chgData name="Koufionou, Roger Koffi Dodji" userId="0ecd9a8d-c20d-47c6-bcf8-483eb6bbf927" providerId="ADAL" clId="{7143BB6F-E0BE-4791-BD46-4ED47F708D86}" dt="2025-04-18T13:36:56.756" v="304" actId="26606"/>
          <ac:spMkLst>
            <pc:docMk/>
            <pc:sldMk cId="1166453541" sldId="9000"/>
            <ac:spMk id="23" creationId="{AC477752-ACCA-41C1-9B1D-D0CED1F9CBDD}"/>
          </ac:spMkLst>
        </pc:spChg>
        <pc:picChg chg="add mod">
          <ac:chgData name="Koufionou, Roger Koffi Dodji" userId="0ecd9a8d-c20d-47c6-bcf8-483eb6bbf927" providerId="ADAL" clId="{7143BB6F-E0BE-4791-BD46-4ED47F708D86}" dt="2025-04-18T13:36:49.827" v="299" actId="1076"/>
          <ac:picMkLst>
            <pc:docMk/>
            <pc:sldMk cId="1166453541" sldId="9000"/>
            <ac:picMk id="6" creationId="{CEE530E7-4095-133C-C88D-D839B3262FD7}"/>
          </ac:picMkLst>
        </pc:picChg>
      </pc:sldChg>
      <pc:sldChg chg="delSp modSp add del mod">
        <pc:chgData name="Koufionou, Roger Koffi Dodji" userId="0ecd9a8d-c20d-47c6-bcf8-483eb6bbf927" providerId="ADAL" clId="{7143BB6F-E0BE-4791-BD46-4ED47F708D86}" dt="2025-04-18T13:28:44.968" v="247" actId="47"/>
        <pc:sldMkLst>
          <pc:docMk/>
          <pc:sldMk cId="1442431119" sldId="9001"/>
        </pc:sldMkLst>
      </pc:sldChg>
      <pc:sldChg chg="addSp modSp add mod setBg">
        <pc:chgData name="Koufionou, Roger Koffi Dodji" userId="0ecd9a8d-c20d-47c6-bcf8-483eb6bbf927" providerId="ADAL" clId="{7143BB6F-E0BE-4791-BD46-4ED47F708D86}" dt="2025-04-18T13:23:49.491" v="208" actId="27614"/>
        <pc:sldMkLst>
          <pc:docMk/>
          <pc:sldMk cId="4249973750" sldId="9002"/>
        </pc:sldMkLst>
        <pc:spChg chg="mod ord">
          <ac:chgData name="Koufionou, Roger Koffi Dodji" userId="0ecd9a8d-c20d-47c6-bcf8-483eb6bbf927" providerId="ADAL" clId="{7143BB6F-E0BE-4791-BD46-4ED47F708D86}" dt="2025-04-18T13:23:45.507" v="207" actId="26606"/>
          <ac:spMkLst>
            <pc:docMk/>
            <pc:sldMk cId="4249973750" sldId="9002"/>
            <ac:spMk id="3" creationId="{C441D485-EFEA-3235-FAAD-EDB5869B5F41}"/>
          </ac:spMkLst>
        </pc:spChg>
        <pc:spChg chg="mod">
          <ac:chgData name="Koufionou, Roger Koffi Dodji" userId="0ecd9a8d-c20d-47c6-bcf8-483eb6bbf927" providerId="ADAL" clId="{7143BB6F-E0BE-4791-BD46-4ED47F708D86}" dt="2025-04-18T13:23:45.507" v="207" actId="26606"/>
          <ac:spMkLst>
            <pc:docMk/>
            <pc:sldMk cId="4249973750" sldId="9002"/>
            <ac:spMk id="5" creationId="{CE884D34-6B89-61B4-1512-C8FB2A4ED8E2}"/>
          </ac:spMkLst>
        </pc:spChg>
        <pc:spChg chg="add">
          <ac:chgData name="Koufionou, Roger Koffi Dodji" userId="0ecd9a8d-c20d-47c6-bcf8-483eb6bbf927" providerId="ADAL" clId="{7143BB6F-E0BE-4791-BD46-4ED47F708D86}" dt="2025-04-18T13:23:45.507" v="207" actId="26606"/>
          <ac:spMkLst>
            <pc:docMk/>
            <pc:sldMk cId="4249973750" sldId="9002"/>
            <ac:spMk id="10" creationId="{BCED4D40-4B67-4331-AC48-79B82B4A47D8}"/>
          </ac:spMkLst>
        </pc:spChg>
        <pc:spChg chg="add">
          <ac:chgData name="Koufionou, Roger Koffi Dodji" userId="0ecd9a8d-c20d-47c6-bcf8-483eb6bbf927" providerId="ADAL" clId="{7143BB6F-E0BE-4791-BD46-4ED47F708D86}" dt="2025-04-18T13:23:45.507" v="207" actId="26606"/>
          <ac:spMkLst>
            <pc:docMk/>
            <pc:sldMk cId="4249973750" sldId="9002"/>
            <ac:spMk id="12" creationId="{670CEDEF-4F34-412E-84EE-329C1E936AF5}"/>
          </ac:spMkLst>
        </pc:spChg>
        <pc:picChg chg="add mod">
          <ac:chgData name="Koufionou, Roger Koffi Dodji" userId="0ecd9a8d-c20d-47c6-bcf8-483eb6bbf927" providerId="ADAL" clId="{7143BB6F-E0BE-4791-BD46-4ED47F708D86}" dt="2025-04-18T13:23:49.491" v="208" actId="27614"/>
          <ac:picMkLst>
            <pc:docMk/>
            <pc:sldMk cId="4249973750" sldId="9002"/>
            <ac:picMk id="4" creationId="{315FFF1D-8DEA-036C-C018-06B275FA3641}"/>
          </ac:picMkLst>
        </pc:picChg>
      </pc:sldChg>
      <pc:sldChg chg="addSp delSp modSp add mod setBg">
        <pc:chgData name="Koufionou, Roger Koffi Dodji" userId="0ecd9a8d-c20d-47c6-bcf8-483eb6bbf927" providerId="ADAL" clId="{7143BB6F-E0BE-4791-BD46-4ED47F708D86}" dt="2025-04-18T13:36:25.284" v="297" actId="14100"/>
        <pc:sldMkLst>
          <pc:docMk/>
          <pc:sldMk cId="1549447286" sldId="9003"/>
        </pc:sldMkLst>
        <pc:spChg chg="mod ord">
          <ac:chgData name="Koufionou, Roger Koffi Dodji" userId="0ecd9a8d-c20d-47c6-bcf8-483eb6bbf927" providerId="ADAL" clId="{7143BB6F-E0BE-4791-BD46-4ED47F708D86}" dt="2025-04-18T13:23:22.676" v="205" actId="26606"/>
          <ac:spMkLst>
            <pc:docMk/>
            <pc:sldMk cId="1549447286" sldId="9003"/>
            <ac:spMk id="3" creationId="{233CEA20-E037-256B-B5AC-B28A32D61AB8}"/>
          </ac:spMkLst>
        </pc:spChg>
        <pc:spChg chg="mod">
          <ac:chgData name="Koufionou, Roger Koffi Dodji" userId="0ecd9a8d-c20d-47c6-bcf8-483eb6bbf927" providerId="ADAL" clId="{7143BB6F-E0BE-4791-BD46-4ED47F708D86}" dt="2025-04-18T13:23:22.676" v="205" actId="26606"/>
          <ac:spMkLst>
            <pc:docMk/>
            <pc:sldMk cId="1549447286" sldId="9003"/>
            <ac:spMk id="5" creationId="{6BDEEC54-3C69-091D-4A43-5C98F29D2ABC}"/>
          </ac:spMkLst>
        </pc:spChg>
        <pc:spChg chg="add">
          <ac:chgData name="Koufionou, Roger Koffi Dodji" userId="0ecd9a8d-c20d-47c6-bcf8-483eb6bbf927" providerId="ADAL" clId="{7143BB6F-E0BE-4791-BD46-4ED47F708D86}" dt="2025-04-18T13:23:22.676" v="205" actId="26606"/>
          <ac:spMkLst>
            <pc:docMk/>
            <pc:sldMk cId="1549447286" sldId="9003"/>
            <ac:spMk id="8" creationId="{C59AB4C8-9178-4F7A-8404-6890510B5917}"/>
          </ac:spMkLst>
        </pc:spChg>
        <pc:spChg chg="add">
          <ac:chgData name="Koufionou, Roger Koffi Dodji" userId="0ecd9a8d-c20d-47c6-bcf8-483eb6bbf927" providerId="ADAL" clId="{7143BB6F-E0BE-4791-BD46-4ED47F708D86}" dt="2025-04-18T13:23:22.676" v="205" actId="26606"/>
          <ac:spMkLst>
            <pc:docMk/>
            <pc:sldMk cId="1549447286" sldId="9003"/>
            <ac:spMk id="9" creationId="{4CFDFB37-4BC7-42C6-915D-A6609139BFE7}"/>
          </ac:spMkLst>
        </pc:spChg>
        <pc:picChg chg="add mod">
          <ac:chgData name="Koufionou, Roger Koffi Dodji" userId="0ecd9a8d-c20d-47c6-bcf8-483eb6bbf927" providerId="ADAL" clId="{7143BB6F-E0BE-4791-BD46-4ED47F708D86}" dt="2025-04-18T13:36:25.284" v="297" actId="14100"/>
          <ac:picMkLst>
            <pc:docMk/>
            <pc:sldMk cId="1549447286" sldId="9003"/>
            <ac:picMk id="6" creationId="{741BBD7D-7512-267F-9701-3F156B6BCC54}"/>
          </ac:picMkLst>
        </pc:picChg>
      </pc:sldChg>
      <pc:sldChg chg="addSp delSp modSp add mod ord setBg">
        <pc:chgData name="Koufionou, Roger Koffi Dodji" userId="0ecd9a8d-c20d-47c6-bcf8-483eb6bbf927" providerId="ADAL" clId="{7143BB6F-E0BE-4791-BD46-4ED47F708D86}" dt="2025-04-22T05:52:41.887" v="307"/>
        <pc:sldMkLst>
          <pc:docMk/>
          <pc:sldMk cId="872230699" sldId="9004"/>
        </pc:sldMkLst>
        <pc:spChg chg="mod ord">
          <ac:chgData name="Koufionou, Roger Koffi Dodji" userId="0ecd9a8d-c20d-47c6-bcf8-483eb6bbf927" providerId="ADAL" clId="{7143BB6F-E0BE-4791-BD46-4ED47F708D86}" dt="2025-04-18T13:15:16.311" v="89" actId="26606"/>
          <ac:spMkLst>
            <pc:docMk/>
            <pc:sldMk cId="872230699" sldId="9004"/>
            <ac:spMk id="3" creationId="{952B31F8-6238-52AA-C6B3-4C0982D1036C}"/>
          </ac:spMkLst>
        </pc:spChg>
        <pc:spChg chg="mod">
          <ac:chgData name="Koufionou, Roger Koffi Dodji" userId="0ecd9a8d-c20d-47c6-bcf8-483eb6bbf927" providerId="ADAL" clId="{7143BB6F-E0BE-4791-BD46-4ED47F708D86}" dt="2025-04-18T13:15:16.311" v="89" actId="26606"/>
          <ac:spMkLst>
            <pc:docMk/>
            <pc:sldMk cId="872230699" sldId="9004"/>
            <ac:spMk id="5" creationId="{40F9392F-707A-CFD6-5744-8E49491AB069}"/>
          </ac:spMkLst>
        </pc:spChg>
        <pc:picChg chg="add mod">
          <ac:chgData name="Koufionou, Roger Koffi Dodji" userId="0ecd9a8d-c20d-47c6-bcf8-483eb6bbf927" providerId="ADAL" clId="{7143BB6F-E0BE-4791-BD46-4ED47F708D86}" dt="2025-04-18T13:31:16.324" v="252" actId="14100"/>
          <ac:picMkLst>
            <pc:docMk/>
            <pc:sldMk cId="872230699" sldId="9004"/>
            <ac:picMk id="4" creationId="{79786756-89E0-E9F3-1150-9DC1E7B31B84}"/>
          </ac:picMkLst>
        </pc:picChg>
      </pc:sldChg>
      <pc:sldChg chg="addSp delSp modSp add mod ord setBg">
        <pc:chgData name="Koufionou, Roger Koffi Dodji" userId="0ecd9a8d-c20d-47c6-bcf8-483eb6bbf927" providerId="ADAL" clId="{7143BB6F-E0BE-4791-BD46-4ED47F708D86}" dt="2025-04-22T05:55:03.693" v="332" actId="1076"/>
        <pc:sldMkLst>
          <pc:docMk/>
          <pc:sldMk cId="4173756276" sldId="9005"/>
        </pc:sldMkLst>
        <pc:spChg chg="mod ord">
          <ac:chgData name="Koufionou, Roger Koffi Dodji" userId="0ecd9a8d-c20d-47c6-bcf8-483eb6bbf927" providerId="ADAL" clId="{7143BB6F-E0BE-4791-BD46-4ED47F708D86}" dt="2025-04-18T13:27:38.197" v="232" actId="26606"/>
          <ac:spMkLst>
            <pc:docMk/>
            <pc:sldMk cId="4173756276" sldId="9005"/>
            <ac:spMk id="3" creationId="{7CBA3E59-B12F-F530-94AF-03F24391B4F6}"/>
          </ac:spMkLst>
        </pc:spChg>
        <pc:spChg chg="mod">
          <ac:chgData name="Koufionou, Roger Koffi Dodji" userId="0ecd9a8d-c20d-47c6-bcf8-483eb6bbf927" providerId="ADAL" clId="{7143BB6F-E0BE-4791-BD46-4ED47F708D86}" dt="2025-04-22T05:55:03.693" v="332" actId="1076"/>
          <ac:spMkLst>
            <pc:docMk/>
            <pc:sldMk cId="4173756276" sldId="9005"/>
            <ac:spMk id="5" creationId="{EB93E308-65C7-0EAF-995F-4EE26C60842F}"/>
          </ac:spMkLst>
        </pc:spChg>
        <pc:spChg chg="add del">
          <ac:chgData name="Koufionou, Roger Koffi Dodji" userId="0ecd9a8d-c20d-47c6-bcf8-483eb6bbf927" providerId="ADAL" clId="{7143BB6F-E0BE-4791-BD46-4ED47F708D86}" dt="2025-04-18T13:27:38.197" v="232" actId="26606"/>
          <ac:spMkLst>
            <pc:docMk/>
            <pc:sldMk cId="4173756276" sldId="9005"/>
            <ac:spMk id="23" creationId="{A3363022-C969-41E9-8EB2-E4C94908C1FA}"/>
          </ac:spMkLst>
        </pc:spChg>
        <pc:spChg chg="add del">
          <ac:chgData name="Koufionou, Roger Koffi Dodji" userId="0ecd9a8d-c20d-47c6-bcf8-483eb6bbf927" providerId="ADAL" clId="{7143BB6F-E0BE-4791-BD46-4ED47F708D86}" dt="2025-04-18T13:27:38.197" v="232" actId="26606"/>
          <ac:spMkLst>
            <pc:docMk/>
            <pc:sldMk cId="4173756276" sldId="9005"/>
            <ac:spMk id="24" creationId="{8D1AD6B3-BE88-4CEB-BA17-790657CC4729}"/>
          </ac:spMkLst>
        </pc:spChg>
        <pc:grpChg chg="add del">
          <ac:chgData name="Koufionou, Roger Koffi Dodji" userId="0ecd9a8d-c20d-47c6-bcf8-483eb6bbf927" providerId="ADAL" clId="{7143BB6F-E0BE-4791-BD46-4ED47F708D86}" dt="2025-04-18T13:27:38.197" v="232" actId="26606"/>
          <ac:grpSpMkLst>
            <pc:docMk/>
            <pc:sldMk cId="4173756276" sldId="9005"/>
            <ac:grpSpMk id="25" creationId="{89D1390B-7E13-4B4F-9CB2-391063412E54}"/>
          </ac:grpSpMkLst>
        </pc:grpChg>
        <pc:picChg chg="add mod">
          <ac:chgData name="Koufionou, Roger Koffi Dodji" userId="0ecd9a8d-c20d-47c6-bcf8-483eb6bbf927" providerId="ADAL" clId="{7143BB6F-E0BE-4791-BD46-4ED47F708D86}" dt="2025-04-22T05:54:59.178" v="331" actId="14100"/>
          <ac:picMkLst>
            <pc:docMk/>
            <pc:sldMk cId="4173756276" sldId="9005"/>
            <ac:picMk id="4" creationId="{AD2063DC-334F-42F9-96F2-C93476E09024}"/>
          </ac:picMkLst>
        </pc:picChg>
        <pc:picChg chg="add del mod">
          <ac:chgData name="Koufionou, Roger Koffi Dodji" userId="0ecd9a8d-c20d-47c6-bcf8-483eb6bbf927" providerId="ADAL" clId="{7143BB6F-E0BE-4791-BD46-4ED47F708D86}" dt="2025-04-22T05:53:08.891" v="309" actId="478"/>
          <ac:picMkLst>
            <pc:docMk/>
            <pc:sldMk cId="4173756276" sldId="9005"/>
            <ac:picMk id="9" creationId="{8727048C-F4C8-1322-79EE-1E3FDA6DFC87}"/>
          </ac:picMkLst>
        </pc:picChg>
      </pc:sldChg>
      <pc:sldChg chg="addSp delSp modSp add mod setBg">
        <pc:chgData name="Koufionou, Roger Koffi Dodji" userId="0ecd9a8d-c20d-47c6-bcf8-483eb6bbf927" providerId="ADAL" clId="{7143BB6F-E0BE-4791-BD46-4ED47F708D86}" dt="2025-04-18T13:28:34.954" v="246" actId="20577"/>
        <pc:sldMkLst>
          <pc:docMk/>
          <pc:sldMk cId="2227906638" sldId="9006"/>
        </pc:sldMkLst>
        <pc:spChg chg="add mod">
          <ac:chgData name="Koufionou, Roger Koffi Dodji" userId="0ecd9a8d-c20d-47c6-bcf8-483eb6bbf927" providerId="ADAL" clId="{7143BB6F-E0BE-4791-BD46-4ED47F708D86}" dt="2025-04-18T13:28:34.954" v="246" actId="20577"/>
          <ac:spMkLst>
            <pc:docMk/>
            <pc:sldMk cId="2227906638" sldId="9006"/>
            <ac:spMk id="2" creationId="{0188C16E-D473-5D4F-3E34-2F1799C7B52E}"/>
          </ac:spMkLst>
        </pc:spChg>
        <pc:spChg chg="mod ord">
          <ac:chgData name="Koufionou, Roger Koffi Dodji" userId="0ecd9a8d-c20d-47c6-bcf8-483eb6bbf927" providerId="ADAL" clId="{7143BB6F-E0BE-4791-BD46-4ED47F708D86}" dt="2025-04-18T13:22:54.048" v="202" actId="26606"/>
          <ac:spMkLst>
            <pc:docMk/>
            <pc:sldMk cId="2227906638" sldId="9006"/>
            <ac:spMk id="3" creationId="{740F655A-1047-D548-45EC-2C6DE976B451}"/>
          </ac:spMkLst>
        </pc:spChg>
        <pc:spChg chg="mod">
          <ac:chgData name="Koufionou, Roger Koffi Dodji" userId="0ecd9a8d-c20d-47c6-bcf8-483eb6bbf927" providerId="ADAL" clId="{7143BB6F-E0BE-4791-BD46-4ED47F708D86}" dt="2025-04-18T13:22:54.048" v="202" actId="26606"/>
          <ac:spMkLst>
            <pc:docMk/>
            <pc:sldMk cId="2227906638" sldId="9006"/>
            <ac:spMk id="5" creationId="{B7E37729-5E30-7EE8-F7EC-B4976A278609}"/>
          </ac:spMkLst>
        </pc:spChg>
        <pc:spChg chg="add">
          <ac:chgData name="Koufionou, Roger Koffi Dodji" userId="0ecd9a8d-c20d-47c6-bcf8-483eb6bbf927" providerId="ADAL" clId="{7143BB6F-E0BE-4791-BD46-4ED47F708D86}" dt="2025-04-18T13:22:54.048" v="202" actId="26606"/>
          <ac:spMkLst>
            <pc:docMk/>
            <pc:sldMk cId="2227906638" sldId="9006"/>
            <ac:spMk id="25" creationId="{100EDD19-6802-4EC3-95CE-CFFAB042CFD6}"/>
          </ac:spMkLst>
        </pc:spChg>
        <pc:spChg chg="add">
          <ac:chgData name="Koufionou, Roger Koffi Dodji" userId="0ecd9a8d-c20d-47c6-bcf8-483eb6bbf927" providerId="ADAL" clId="{7143BB6F-E0BE-4791-BD46-4ED47F708D86}" dt="2025-04-18T13:22:54.048" v="202" actId="26606"/>
          <ac:spMkLst>
            <pc:docMk/>
            <pc:sldMk cId="2227906638" sldId="9006"/>
            <ac:spMk id="26" creationId="{DB17E863-922E-4C26-BD64-E8FD41D28661}"/>
          </ac:spMkLst>
        </pc:spChg>
      </pc:sldChg>
      <pc:sldChg chg="addSp delSp modSp add mod">
        <pc:chgData name="Koufionou, Roger Koffi Dodji" userId="0ecd9a8d-c20d-47c6-bcf8-483eb6bbf927" providerId="ADAL" clId="{7143BB6F-E0BE-4791-BD46-4ED47F708D86}" dt="2025-04-22T05:44:42.349" v="305" actId="1076"/>
        <pc:sldMkLst>
          <pc:docMk/>
          <pc:sldMk cId="1950376332" sldId="9007"/>
        </pc:sldMkLst>
        <pc:spChg chg="mod">
          <ac:chgData name="Koufionou, Roger Koffi Dodji" userId="0ecd9a8d-c20d-47c6-bcf8-483eb6bbf927" providerId="ADAL" clId="{7143BB6F-E0BE-4791-BD46-4ED47F708D86}" dt="2025-04-18T13:35:33.535" v="284" actId="20577"/>
          <ac:spMkLst>
            <pc:docMk/>
            <pc:sldMk cId="1950376332" sldId="9007"/>
            <ac:spMk id="5" creationId="{36C08AF6-0135-170A-CA9B-47A9DFB6411A}"/>
          </ac:spMkLst>
        </pc:spChg>
        <pc:spChg chg="add">
          <ac:chgData name="Koufionou, Roger Koffi Dodji" userId="0ecd9a8d-c20d-47c6-bcf8-483eb6bbf927" providerId="ADAL" clId="{7143BB6F-E0BE-4791-BD46-4ED47F708D86}" dt="2025-04-18T13:35:13.596" v="263" actId="26606"/>
          <ac:spMkLst>
            <pc:docMk/>
            <pc:sldMk cId="1950376332" sldId="9007"/>
            <ac:spMk id="14" creationId="{53F29798-D584-4792-9B62-3F5F5C36D619}"/>
          </ac:spMkLst>
        </pc:spChg>
        <pc:picChg chg="add del mod">
          <ac:chgData name="Koufionou, Roger Koffi Dodji" userId="0ecd9a8d-c20d-47c6-bcf8-483eb6bbf927" providerId="ADAL" clId="{7143BB6F-E0BE-4791-BD46-4ED47F708D86}" dt="2025-04-22T05:44:42.349" v="305" actId="1076"/>
          <ac:picMkLst>
            <pc:docMk/>
            <pc:sldMk cId="1950376332" sldId="9007"/>
            <ac:picMk id="6" creationId="{6BE8F6D1-3ED3-79B2-A3A4-6345E1809E2D}"/>
          </ac:picMkLst>
        </pc:picChg>
      </pc:sldChg>
      <pc:sldChg chg="del">
        <pc:chgData name="Koufionou, Roger Koffi Dodji" userId="0ecd9a8d-c20d-47c6-bcf8-483eb6bbf927" providerId="ADAL" clId="{7143BB6F-E0BE-4791-BD46-4ED47F708D86}" dt="2025-04-18T13:07:06.070" v="3" actId="47"/>
        <pc:sldMkLst>
          <pc:docMk/>
          <pc:sldMk cId="2967595385" sldId="2146848354"/>
        </pc:sldMkLst>
      </pc:sldChg>
      <pc:sldChg chg="del">
        <pc:chgData name="Koufionou, Roger Koffi Dodji" userId="0ecd9a8d-c20d-47c6-bcf8-483eb6bbf927" providerId="ADAL" clId="{7143BB6F-E0BE-4791-BD46-4ED47F708D86}" dt="2025-04-18T13:07:04.702" v="2" actId="47"/>
        <pc:sldMkLst>
          <pc:docMk/>
          <pc:sldMk cId="3592990138" sldId="2146848360"/>
        </pc:sldMkLst>
      </pc:sldChg>
      <pc:sldMasterChg chg="delSldLayout">
        <pc:chgData name="Koufionou, Roger Koffi Dodji" userId="0ecd9a8d-c20d-47c6-bcf8-483eb6bbf927" providerId="ADAL" clId="{7143BB6F-E0BE-4791-BD46-4ED47F708D86}" dt="2025-04-18T13:07:06.070" v="3" actId="47"/>
        <pc:sldMasterMkLst>
          <pc:docMk/>
          <pc:sldMasterMk cId="867109225" sldId="2147483648"/>
        </pc:sldMasterMkLst>
        <pc:sldLayoutChg chg="del">
          <pc:chgData name="Koufionou, Roger Koffi Dodji" userId="0ecd9a8d-c20d-47c6-bcf8-483eb6bbf927" providerId="ADAL" clId="{7143BB6F-E0BE-4791-BD46-4ED47F708D86}" dt="2025-04-18T13:07:04.702" v="2" actId="47"/>
          <pc:sldLayoutMkLst>
            <pc:docMk/>
            <pc:sldMasterMk cId="867109225" sldId="2147483648"/>
            <pc:sldLayoutMk cId="3209910682" sldId="2147483660"/>
          </pc:sldLayoutMkLst>
        </pc:sldLayoutChg>
        <pc:sldLayoutChg chg="del">
          <pc:chgData name="Koufionou, Roger Koffi Dodji" userId="0ecd9a8d-c20d-47c6-bcf8-483eb6bbf927" providerId="ADAL" clId="{7143BB6F-E0BE-4791-BD46-4ED47F708D86}" dt="2025-04-18T13:07:04.702" v="2" actId="47"/>
          <pc:sldLayoutMkLst>
            <pc:docMk/>
            <pc:sldMasterMk cId="867109225" sldId="2147483648"/>
            <pc:sldLayoutMk cId="1722393390" sldId="2147483661"/>
          </pc:sldLayoutMkLst>
        </pc:sldLayoutChg>
        <pc:sldLayoutChg chg="del">
          <pc:chgData name="Koufionou, Roger Koffi Dodji" userId="0ecd9a8d-c20d-47c6-bcf8-483eb6bbf927" providerId="ADAL" clId="{7143BB6F-E0BE-4791-BD46-4ED47F708D86}" dt="2025-04-18T13:07:06.070" v="3" actId="47"/>
          <pc:sldLayoutMkLst>
            <pc:docMk/>
            <pc:sldMasterMk cId="867109225" sldId="2147483648"/>
            <pc:sldLayoutMk cId="2693855044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F6A81-A871-455E-BE37-5578B8893303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3E34A-A6CC-4FE6-89E3-52844B83B0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90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DFC89-549E-4C51-B67A-E777E7316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03E283-95D6-4DE1-B5A8-D943FA6B1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5754ED-F037-414F-8F51-BD4BA7B2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49346D-83F9-4081-A296-5797C900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15560A-27BA-439F-A438-9241197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7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5AECE-D4A7-4A90-88B7-AB21162D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6AA26B-FEA7-4700-AD15-4FAABFAB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E178-2FB7-4580-8510-03C90AC3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8D58E0-6BE5-46E2-914E-38B8E070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C68EEF-F588-483A-8B8C-5D604462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85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F6BA10-9ADD-46FA-9AF5-7FC8A501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72CE50-F034-446F-9F6D-281A83C6D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7303E0-262B-4CFF-84CF-75B2076C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D7E72E-F26E-4E9D-ADD1-CFC891B3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EC6E3A-7A98-4BB3-A9CA-B2FEE5E8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856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D872BE-ED64-45ED-B3C4-020A2BE5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C19CD-EF60-4804-94C7-0FD0A3BEB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E70507-CF90-4E35-8C30-EA5F5E660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843D79-A369-41AE-8009-096483B3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158815-1BAF-4A8F-A656-A77F4586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B4BBD3-237B-40C3-86A0-F57B3712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72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DB38E-241A-4CDD-BC30-2034F514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A14AF0-858D-4E31-B6DA-1C9C1386B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BE48C2-CDBE-4A05-991F-5A78F7273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27F6DC-F510-420E-8BB1-18FAE5B7A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98B1CF-E843-40C5-87C7-4BEAC4CAC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67817CE-23FE-4986-B50C-EACB1C3E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7D8C550-6A05-40E9-9C35-E8E7BBB7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6F5DF4-C6C1-47B7-8B09-DEC4B3AC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02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10AC5-5007-4B00-ABA0-3FAB0EEB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F87F062-6566-4E8C-96BC-6DE80BE1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7FDBCB-D042-4F9D-94AF-564E2134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B605C6-DE4C-489E-8626-A3D6C4E2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86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6748AD-9BB2-4BA9-9F71-D6109031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5D75B-F24E-483A-A9CF-99C0CC47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8BC185-5368-4676-A75F-A6C7C9F2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39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203F29-A68A-4CC5-BB13-C1F4553D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59B673-8B5D-41DB-A883-1ED39AE82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C1FB0E-813C-499B-8D28-48A61F179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380705-A303-4D77-A52E-A9CA735C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BB0758-1A1E-401F-A67C-E1A52B48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255656-F3DB-4252-AF50-66EF1ADB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74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EDCF63-BE8E-4AD1-96EE-ED0DD31A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D24116E-22B1-420E-A32D-CA1F06961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4B1C6F-CAA5-464C-91F9-C93DD33FD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C9F21E-5EE5-47F1-A05A-DC80E88F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3EF8E-83C6-443A-AF92-010DDFC3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4C9A6B-AB77-494C-AD08-39C3432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62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6747B-D370-4833-AD2C-A91F5BE8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5172E0-BB0E-4981-B8B4-D750CE755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F2F1F9-B6CA-46B7-8718-6AB9C4D5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C7AAD1-0297-43FA-B4D8-2FADA974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C8AA26-6B0D-4A07-A68F-B9B84D31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53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093910-D25B-4D5F-BCC3-795C3A625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78204E-B27E-4D65-B33E-FC5A514AC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2E11AE-7A1A-41D4-804C-6B38E934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3132F5-1FFA-44A4-A8DB-A674DC18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278D98-2AEC-465A-85AF-8BDD113F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631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621EC-EF1E-47F7-AC1E-1CADBAB6FE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2021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9A97-5C06-4D7C-A367-B8AAB19D8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8EB60C-7CC2-49F0-B2EE-C81F067DE04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3AEEB4-3608-4564-9D5D-97163ACB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24B162B3-0F25-47EF-934A-E95B4D3389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0550" y="6471584"/>
            <a:ext cx="6287026" cy="138499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900" i="0">
                <a:latin typeface="+mn-lt"/>
              </a:defRPr>
            </a:lvl1pPr>
          </a:lstStyle>
          <a:p>
            <a:pPr lvl="0"/>
            <a:r>
              <a:rPr lang="en-US"/>
              <a:t>Insert footnote</a:t>
            </a:r>
          </a:p>
        </p:txBody>
      </p:sp>
    </p:spTree>
    <p:extLst>
      <p:ext uri="{BB962C8B-B14F-4D97-AF65-F5344CB8AC3E}">
        <p14:creationId xmlns:p14="http://schemas.microsoft.com/office/powerpoint/2010/main" val="231548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3EED2D1-6867-4933-9B4A-AF104C23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D31D80-FD39-4B46-AAA1-115DDC4D5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DA6954-BC1D-4EB0-9F56-1FBF8664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CDCB7-894B-459B-8793-18B6F885CF0F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AF4976-1203-4B52-821D-CB47915F2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B8E2D3-6455-4BD2-8762-F4C32568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7A943-ED9D-40C8-98D8-A0C29A6177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10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meter.io/" TargetMode="External"/><Relationship Id="rId2" Type="http://schemas.openxmlformats.org/officeDocument/2006/relationships/hyperlink" Target="https://opentelemetry.io/docs/languages/java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6E03B7-F742-4773-8982-A1E502DA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664"/>
            <a:ext cx="6163624" cy="13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 -overview</a:t>
            </a:r>
          </a:p>
        </p:txBody>
      </p:sp>
      <p:pic>
        <p:nvPicPr>
          <p:cNvPr id="6" name="Picture 5" descr="A blue and pink marker drawing&#10;&#10;AI-generated content may be incorrect.">
            <a:extLst>
              <a:ext uri="{FF2B5EF4-FFF2-40B4-BE49-F238E27FC236}">
                <a16:creationId xmlns:a16="http://schemas.microsoft.com/office/drawing/2014/main" id="{CEE530E7-4095-133C-C88D-D839B3262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68" y="1579476"/>
            <a:ext cx="9944816" cy="44503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F0284C-E6FE-4362-A6FD-977837C32E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5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771BD-A249-33F8-C5C4-50AEDAA4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884D34-6B89-61B4-1512-C8FB2A4E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 - Pillars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urple and white text&#10;&#10;AI-generated content may be incorrect.">
            <a:extLst>
              <a:ext uri="{FF2B5EF4-FFF2-40B4-BE49-F238E27FC236}">
                <a16:creationId xmlns:a16="http://schemas.microsoft.com/office/drawing/2014/main" id="{315FFF1D-8DEA-036C-C018-06B275FA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375" y="2633472"/>
            <a:ext cx="8014201" cy="35863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1D485-EFEA-3235-FAAD-EDB5869B5F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7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67D0D-6E0B-BF56-9DB3-EC1A57EB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DEEC54-3C69-091D-4A43-5C98F29D2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 - Opentelemetry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hone&#10;&#10;AI-generated content may be incorrect.">
            <a:extLst>
              <a:ext uri="{FF2B5EF4-FFF2-40B4-BE49-F238E27FC236}">
                <a16:creationId xmlns:a16="http://schemas.microsoft.com/office/drawing/2014/main" id="{741BBD7D-7512-267F-9701-3F156B6B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2747056"/>
            <a:ext cx="9677399" cy="347276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3CEA20-E037-256B-B5AC-B28A32D61A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4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92C72-DC8E-21F2-7D71-A60D5C64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C08AF6-0135-170A-CA9B-47A9DFB6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Opentelemetry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-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8F6D1-3ED3-79B2-A3A4-6345E180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9880" y="1070542"/>
            <a:ext cx="9981970" cy="59059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61814-B2B0-0E2D-25A3-7DC7FD6601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7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E8D2-326D-0893-1EB1-461912CE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B31F8-6238-52AA-C6B3-4C0982D10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7813" y="6480578"/>
            <a:ext cx="381600" cy="132523"/>
          </a:xfrm>
        </p:spPr>
        <p:txBody>
          <a:bodyPr/>
          <a:lstStyle/>
          <a:p>
            <a:fld id="{D735D337-8C55-4B99-9AB7-D79F1CEFE5E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F9392F-707A-CFD6-5744-8E49491A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00" y="346108"/>
            <a:ext cx="11460213" cy="498598"/>
          </a:xfrm>
        </p:spPr>
        <p:txBody>
          <a:bodyPr>
            <a:normAutofit fontScale="90000"/>
          </a:bodyPr>
          <a:lstStyle/>
          <a:p>
            <a:r>
              <a:rPr lang="en-US"/>
              <a:t>Observability - Example</a:t>
            </a:r>
            <a:endParaRPr lang="en-US" dirty="0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79786756-89E0-E9F3-1150-9DC1E7B31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07" y="991402"/>
            <a:ext cx="9715569" cy="527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3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D6E78-F865-A49B-8F92-D159B597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3E308-65C7-0EAF-995F-4EE26C60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41" y="2598369"/>
            <a:ext cx="2989345" cy="23165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BA3E59-B12F-F530-94AF-03F24391B4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063DC-334F-42F9-96F2-C93476E0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305" y="1371600"/>
            <a:ext cx="8085602" cy="497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5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ACA88-04BB-4E1A-415F-544A2682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E37729-5E30-7EE8-F7EC-B4976A27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 – Dive deep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188C16E-D473-5D4F-3E34-2F1799C7B52E}"/>
              </a:ext>
            </a:extLst>
          </p:cNvPr>
          <p:cNvSpPr txBox="1">
            <a:spLocks/>
          </p:cNvSpPr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+mn-lt"/>
                <a:ea typeface="+mn-ea"/>
                <a:cs typeface="+mn-cs"/>
              </a:rPr>
              <a:t>Opentelementry</a:t>
            </a:r>
            <a:r>
              <a:rPr lang="en-US" sz="2200" dirty="0">
                <a:latin typeface="+mn-lt"/>
                <a:ea typeface="+mn-ea"/>
                <a:cs typeface="+mn-cs"/>
              </a:rPr>
              <a:t> SDK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https://app.pluralsight.com/library/courses/observability-technologies-implementation/table-of-contents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https://app.pluralsight.com/library/courses/opentelemetry-grafana-observability/table-of-contents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https://opentelemetry.io/docs/languages/java/</a:t>
            </a:r>
            <a:endParaRPr lang="en-US" sz="2200" dirty="0"/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+mn-ea"/>
                <a:cs typeface="+mn-cs"/>
              </a:rPr>
              <a:t>Micrometer instrumentation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hlinkClick r:id="rId3"/>
              </a:rPr>
              <a:t>https://micrometer.io/</a:t>
            </a:r>
            <a:endParaRPr lang="en-US" sz="2200" dirty="0"/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+mn-lt"/>
              <a:ea typeface="+mn-ea"/>
              <a:cs typeface="+mn-cs"/>
            </a:endParaRP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F655A-1047-D548-45EC-2C6DE976B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35D337-8C55-4B99-9AB7-D79F1CEFE5E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066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81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Observability -overview</vt:lpstr>
      <vt:lpstr>Observability - Pillars</vt:lpstr>
      <vt:lpstr>Observability - Opentelemetry</vt:lpstr>
      <vt:lpstr>Opentelemetry - architecture</vt:lpstr>
      <vt:lpstr>Observability - Example</vt:lpstr>
      <vt:lpstr>  Demo</vt:lpstr>
      <vt:lpstr>Observability – Dive deep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AXA- Virtualisation de services</dc:title>
  <dc:creator>Koufionou, Roger Koffi Dodji</dc:creator>
  <cp:lastModifiedBy>Koufionou, Roger Koffi Dodji</cp:lastModifiedBy>
  <cp:revision>7</cp:revision>
  <dcterms:created xsi:type="dcterms:W3CDTF">2022-08-09T06:12:53Z</dcterms:created>
  <dcterms:modified xsi:type="dcterms:W3CDTF">2025-04-22T06:09:01Z</dcterms:modified>
</cp:coreProperties>
</file>